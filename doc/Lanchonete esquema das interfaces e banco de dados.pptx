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80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520" y="273685"/>
            <a:ext cx="9144000" cy="864870"/>
          </a:xfrm>
        </p:spPr>
        <p:txBody>
          <a:bodyPr>
            <a:normAutofit/>
          </a:bodyPr>
          <a:lstStyle/>
          <a:p>
            <a:r>
              <a:rPr lang="pt-BR" altLang="en-US" sz="3110" b="1"/>
              <a:t>Lanchonete esquema das interfaces</a:t>
            </a:r>
            <a:endParaRPr lang="pt-BR" altLang="en-US" sz="3110" b="1"/>
          </a:p>
        </p:txBody>
      </p:sp>
      <p:sp>
        <p:nvSpPr>
          <p:cNvPr id="17" name="Quadro 16"/>
          <p:cNvSpPr/>
          <p:nvPr/>
        </p:nvSpPr>
        <p:spPr>
          <a:xfrm>
            <a:off x="1602740" y="142748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18" name="Caixa de Texto 17"/>
          <p:cNvSpPr txBox="1"/>
          <p:nvPr/>
        </p:nvSpPr>
        <p:spPr>
          <a:xfrm>
            <a:off x="1878330" y="16586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/>
              <a:t>Login</a:t>
            </a:r>
            <a:endParaRPr lang="pt-BR" altLang="en-US"/>
          </a:p>
        </p:txBody>
      </p:sp>
      <p:sp>
        <p:nvSpPr>
          <p:cNvPr id="19" name="Quadro 18"/>
          <p:cNvSpPr/>
          <p:nvPr/>
        </p:nvSpPr>
        <p:spPr>
          <a:xfrm>
            <a:off x="4600575" y="142748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20" name="Caixa de Texto 19"/>
          <p:cNvSpPr txBox="1"/>
          <p:nvPr/>
        </p:nvSpPr>
        <p:spPr>
          <a:xfrm>
            <a:off x="4876165" y="16586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/>
              <a:t>Usuários</a:t>
            </a:r>
            <a:endParaRPr lang="pt-BR" altLang="en-US"/>
          </a:p>
        </p:txBody>
      </p:sp>
      <p:sp>
        <p:nvSpPr>
          <p:cNvPr id="21" name="Quadro 20"/>
          <p:cNvSpPr/>
          <p:nvPr/>
        </p:nvSpPr>
        <p:spPr>
          <a:xfrm>
            <a:off x="1617980" y="288798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22" name="Caixa de Texto 21"/>
          <p:cNvSpPr txBox="1"/>
          <p:nvPr/>
        </p:nvSpPr>
        <p:spPr>
          <a:xfrm>
            <a:off x="1878330" y="31191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/>
              <a:t>Lanches</a:t>
            </a:r>
            <a:endParaRPr lang="en-US" altLang="pt-BR"/>
          </a:p>
        </p:txBody>
      </p:sp>
      <p:sp>
        <p:nvSpPr>
          <p:cNvPr id="23" name="Quadro 22"/>
          <p:cNvSpPr/>
          <p:nvPr/>
        </p:nvSpPr>
        <p:spPr>
          <a:xfrm>
            <a:off x="4600575" y="288798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24" name="Caixa de Texto 23"/>
          <p:cNvSpPr txBox="1"/>
          <p:nvPr/>
        </p:nvSpPr>
        <p:spPr>
          <a:xfrm>
            <a:off x="4876165" y="31191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/>
              <a:t>Ingredientes</a:t>
            </a:r>
            <a:endParaRPr lang="en-US" altLang="pt-BR"/>
          </a:p>
        </p:txBody>
      </p:sp>
      <p:sp>
        <p:nvSpPr>
          <p:cNvPr id="25" name="Quadro 24"/>
          <p:cNvSpPr/>
          <p:nvPr/>
        </p:nvSpPr>
        <p:spPr>
          <a:xfrm>
            <a:off x="7598410" y="142748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26" name="Caixa de Texto 25"/>
          <p:cNvSpPr txBox="1"/>
          <p:nvPr/>
        </p:nvSpPr>
        <p:spPr>
          <a:xfrm>
            <a:off x="7874000" y="16586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/>
              <a:t>Pedidos</a:t>
            </a:r>
            <a:endParaRPr lang="en-US" altLang="pt-BR"/>
          </a:p>
        </p:txBody>
      </p:sp>
      <p:sp>
        <p:nvSpPr>
          <p:cNvPr id="27" name="Quadro 26"/>
          <p:cNvSpPr/>
          <p:nvPr/>
        </p:nvSpPr>
        <p:spPr>
          <a:xfrm>
            <a:off x="7598410" y="288798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28" name="Caixa de Texto 27"/>
          <p:cNvSpPr txBox="1"/>
          <p:nvPr/>
        </p:nvSpPr>
        <p:spPr>
          <a:xfrm>
            <a:off x="7874000" y="31191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/>
              <a:t>Relat</a:t>
            </a:r>
            <a:r>
              <a:rPr lang="en-US" altLang="en-US"/>
              <a:t>ó</a:t>
            </a:r>
            <a:r>
              <a:rPr lang="en-US" altLang="pt-BR"/>
              <a:t>rios</a:t>
            </a:r>
            <a:endParaRPr lang="en-US" altLang="pt-BR"/>
          </a:p>
        </p:txBody>
      </p:sp>
      <p:sp>
        <p:nvSpPr>
          <p:cNvPr id="3" name="Quadro 2"/>
          <p:cNvSpPr/>
          <p:nvPr/>
        </p:nvSpPr>
        <p:spPr>
          <a:xfrm>
            <a:off x="1598930" y="4387850"/>
            <a:ext cx="2762250" cy="1333500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4" name="Caixa de Texto 3"/>
          <p:cNvSpPr txBox="1"/>
          <p:nvPr/>
        </p:nvSpPr>
        <p:spPr>
          <a:xfrm>
            <a:off x="1878330" y="4579620"/>
            <a:ext cx="2104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/>
              <a:t>Clientes</a:t>
            </a:r>
            <a:endParaRPr lang="pt-B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520" y="273685"/>
            <a:ext cx="9144000" cy="864870"/>
          </a:xfrm>
        </p:spPr>
        <p:txBody>
          <a:bodyPr>
            <a:normAutofit/>
          </a:bodyPr>
          <a:lstStyle/>
          <a:p>
            <a:r>
              <a:rPr lang="pt-BR" altLang="en-US" sz="3110" b="1"/>
              <a:t>Esquema das tabelas de banco de dados</a:t>
            </a:r>
            <a:endParaRPr lang="pt-BR" altLang="en-US" sz="3110" b="1"/>
          </a:p>
        </p:txBody>
      </p:sp>
      <p:sp>
        <p:nvSpPr>
          <p:cNvPr id="9" name="Caixa de Texto 8"/>
          <p:cNvSpPr txBox="1"/>
          <p:nvPr/>
        </p:nvSpPr>
        <p:spPr>
          <a:xfrm>
            <a:off x="7528560" y="1776095"/>
            <a:ext cx="2777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b="1"/>
              <a:t>LancheDetalheIngrediente</a:t>
            </a:r>
            <a:endParaRPr lang="pt-BR" altLang="en-US" b="1"/>
          </a:p>
        </p:txBody>
      </p:sp>
      <p:sp>
        <p:nvSpPr>
          <p:cNvPr id="10" name="Quadro 9"/>
          <p:cNvSpPr/>
          <p:nvPr/>
        </p:nvSpPr>
        <p:spPr>
          <a:xfrm>
            <a:off x="7199630" y="1411605"/>
            <a:ext cx="359537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11" name="Caixa de Texto 10"/>
          <p:cNvSpPr txBox="1"/>
          <p:nvPr/>
        </p:nvSpPr>
        <p:spPr>
          <a:xfrm>
            <a:off x="7528560" y="2336165"/>
            <a:ext cx="3094990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IdLancheDetalheIngrediente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IdLanche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IdIngrediente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Valor double</a:t>
            </a:r>
            <a:endParaRPr lang="pt-BR" altLang="en-US" sz="1400"/>
          </a:p>
          <a:p>
            <a:pPr indent="0">
              <a:buFont typeface="Arial" panose="020B0604020202020204" pitchFamily="34" charset="0"/>
              <a:buNone/>
            </a:pP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en-US" sz="1400"/>
          </a:p>
          <a:p>
            <a:endParaRPr lang="pt-BR" altLang="en-US" sz="1400"/>
          </a:p>
        </p:txBody>
      </p:sp>
      <p:sp>
        <p:nvSpPr>
          <p:cNvPr id="12" name="Quadro 11"/>
          <p:cNvSpPr/>
          <p:nvPr>
            <p:custDataLst>
              <p:tags r:id="rId1"/>
            </p:custDataLst>
          </p:nvPr>
        </p:nvSpPr>
        <p:spPr>
          <a:xfrm>
            <a:off x="1214120" y="1411605"/>
            <a:ext cx="310007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13" name="Caixa de Texto 12"/>
          <p:cNvSpPr txBox="1"/>
          <p:nvPr>
            <p:custDataLst>
              <p:tags r:id="rId2"/>
            </p:custDataLst>
          </p:nvPr>
        </p:nvSpPr>
        <p:spPr>
          <a:xfrm>
            <a:off x="1511935" y="1776095"/>
            <a:ext cx="246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b="1"/>
              <a:t>Lanche</a:t>
            </a:r>
            <a:endParaRPr lang="pt-BR" altLang="en-US" b="1"/>
          </a:p>
        </p:txBody>
      </p:sp>
      <p:sp>
        <p:nvSpPr>
          <p:cNvPr id="14" name="Caixa de Texto 13"/>
          <p:cNvSpPr txBox="1"/>
          <p:nvPr>
            <p:custDataLst>
              <p:tags r:id="rId3"/>
            </p:custDataLst>
          </p:nvPr>
        </p:nvSpPr>
        <p:spPr>
          <a:xfrm>
            <a:off x="1511935" y="2336165"/>
            <a:ext cx="2601595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IdLanche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CodigoLanche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NomeLanche varchar(60)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Valor double</a:t>
            </a:r>
            <a:endParaRPr lang="pt-BR" altLang="en-US" sz="1400"/>
          </a:p>
        </p:txBody>
      </p:sp>
      <p:sp>
        <p:nvSpPr>
          <p:cNvPr id="15" name="Quadro 14"/>
          <p:cNvSpPr/>
          <p:nvPr>
            <p:custDataLst>
              <p:tags r:id="rId4"/>
            </p:custDataLst>
          </p:nvPr>
        </p:nvSpPr>
        <p:spPr>
          <a:xfrm>
            <a:off x="7305675" y="4207510"/>
            <a:ext cx="310007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16" name="Caixa de Texto 15"/>
          <p:cNvSpPr txBox="1"/>
          <p:nvPr>
            <p:custDataLst>
              <p:tags r:id="rId5"/>
            </p:custDataLst>
          </p:nvPr>
        </p:nvSpPr>
        <p:spPr>
          <a:xfrm>
            <a:off x="7603490" y="4572000"/>
            <a:ext cx="246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b="1"/>
              <a:t>Ingrediente</a:t>
            </a:r>
            <a:endParaRPr lang="pt-BR" altLang="en-US" b="1"/>
          </a:p>
        </p:txBody>
      </p:sp>
      <p:sp>
        <p:nvSpPr>
          <p:cNvPr id="29" name="Caixa de Texto 28"/>
          <p:cNvSpPr txBox="1"/>
          <p:nvPr>
            <p:custDataLst>
              <p:tags r:id="rId6"/>
            </p:custDataLst>
          </p:nvPr>
        </p:nvSpPr>
        <p:spPr>
          <a:xfrm>
            <a:off x="7603490" y="5132070"/>
            <a:ext cx="2601595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IdIngrediente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CodigoIngrediente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NomeIngrediente varchar(60)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Valor double</a:t>
            </a:r>
            <a:endParaRPr lang="pt-BR" altLang="en-US" sz="1400"/>
          </a:p>
          <a:p>
            <a:endParaRPr lang="pt-BR" altLang="en-US" sz="1400"/>
          </a:p>
        </p:txBody>
      </p:sp>
      <p:sp>
        <p:nvSpPr>
          <p:cNvPr id="3" name="Quadro 2"/>
          <p:cNvSpPr/>
          <p:nvPr>
            <p:custDataLst>
              <p:tags r:id="rId7"/>
            </p:custDataLst>
          </p:nvPr>
        </p:nvSpPr>
        <p:spPr>
          <a:xfrm>
            <a:off x="1214120" y="4207510"/>
            <a:ext cx="310007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4" name="Caixa de Texto 3"/>
          <p:cNvSpPr txBox="1"/>
          <p:nvPr>
            <p:custDataLst>
              <p:tags r:id="rId8"/>
            </p:custDataLst>
          </p:nvPr>
        </p:nvSpPr>
        <p:spPr>
          <a:xfrm>
            <a:off x="1511935" y="4572000"/>
            <a:ext cx="246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b="1"/>
              <a:t>Cliente</a:t>
            </a:r>
            <a:endParaRPr lang="pt-BR" altLang="en-US" b="1"/>
          </a:p>
        </p:txBody>
      </p:sp>
      <p:sp>
        <p:nvSpPr>
          <p:cNvPr id="5" name="Caixa de Texto 4"/>
          <p:cNvSpPr txBox="1"/>
          <p:nvPr>
            <p:custDataLst>
              <p:tags r:id="rId9"/>
            </p:custDataLst>
          </p:nvPr>
        </p:nvSpPr>
        <p:spPr>
          <a:xfrm>
            <a:off x="1511935" y="5132070"/>
            <a:ext cx="2601595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IdICliente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CodigoCliente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NomeCliente varchar(60)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Data date</a:t>
            </a:r>
            <a:endParaRPr lang="pt-BR" altLang="en-US" sz="1400"/>
          </a:p>
          <a:p>
            <a:endParaRPr lang="pt-BR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520" y="273685"/>
            <a:ext cx="9144000" cy="864870"/>
          </a:xfrm>
        </p:spPr>
        <p:txBody>
          <a:bodyPr>
            <a:normAutofit fontScale="90000"/>
          </a:bodyPr>
          <a:lstStyle/>
          <a:p>
            <a:r>
              <a:rPr lang="pt-BR" altLang="en-US" sz="3110" b="1"/>
              <a:t>Lanchonete esquema das tabelas de banco de dados (continuação)</a:t>
            </a:r>
            <a:endParaRPr lang="pt-BR" altLang="en-US" sz="3110" b="1"/>
          </a:p>
        </p:txBody>
      </p:sp>
      <p:sp>
        <p:nvSpPr>
          <p:cNvPr id="19" name="Quadro 18"/>
          <p:cNvSpPr/>
          <p:nvPr>
            <p:custDataLst>
              <p:tags r:id="rId1"/>
            </p:custDataLst>
          </p:nvPr>
        </p:nvSpPr>
        <p:spPr>
          <a:xfrm>
            <a:off x="2594610" y="1278255"/>
            <a:ext cx="310007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20" name="Caixa de Texto 19"/>
          <p:cNvSpPr txBox="1"/>
          <p:nvPr>
            <p:custDataLst>
              <p:tags r:id="rId2"/>
            </p:custDataLst>
          </p:nvPr>
        </p:nvSpPr>
        <p:spPr>
          <a:xfrm>
            <a:off x="2892425" y="1642745"/>
            <a:ext cx="2461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BR" altLang="en-US" b="1"/>
              <a:t>Usuário</a:t>
            </a:r>
            <a:endParaRPr lang="pt-BR" altLang="en-US" b="1"/>
          </a:p>
        </p:txBody>
      </p:sp>
      <p:sp>
        <p:nvSpPr>
          <p:cNvPr id="26" name="Caixa de Texto 25"/>
          <p:cNvSpPr txBox="1"/>
          <p:nvPr>
            <p:custDataLst>
              <p:tags r:id="rId3"/>
            </p:custDataLst>
          </p:nvPr>
        </p:nvSpPr>
        <p:spPr>
          <a:xfrm>
            <a:off x="7044690" y="1642745"/>
            <a:ext cx="2473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 b="1"/>
              <a:t>Pedido</a:t>
            </a:r>
            <a:endParaRPr lang="en-US" altLang="pt-BR" b="1"/>
          </a:p>
        </p:txBody>
      </p:sp>
      <p:sp>
        <p:nvSpPr>
          <p:cNvPr id="3" name="Caixa de Texto 2"/>
          <p:cNvSpPr txBox="1"/>
          <p:nvPr>
            <p:custDataLst>
              <p:tags r:id="rId4"/>
            </p:custDataLst>
          </p:nvPr>
        </p:nvSpPr>
        <p:spPr>
          <a:xfrm>
            <a:off x="2892425" y="2202815"/>
            <a:ext cx="2601595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IdUsuario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CodigoUsuario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NomeUsuario varchar(20)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TipoAcessoUsuario char(1)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Senha varchar(10)</a:t>
            </a:r>
            <a:endParaRPr lang="pt-BR" altLang="en-US" sz="1400"/>
          </a:p>
          <a:p>
            <a:endParaRPr lang="pt-BR" altLang="en-US" sz="1400"/>
          </a:p>
        </p:txBody>
      </p:sp>
      <p:sp>
        <p:nvSpPr>
          <p:cNvPr id="4" name="Quadro 3"/>
          <p:cNvSpPr/>
          <p:nvPr>
            <p:custDataLst>
              <p:tags r:id="rId5"/>
            </p:custDataLst>
          </p:nvPr>
        </p:nvSpPr>
        <p:spPr>
          <a:xfrm>
            <a:off x="6715760" y="1278255"/>
            <a:ext cx="315595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5" name="Caixa de Texto 4"/>
          <p:cNvSpPr txBox="1"/>
          <p:nvPr>
            <p:custDataLst>
              <p:tags r:id="rId6"/>
            </p:custDataLst>
          </p:nvPr>
        </p:nvSpPr>
        <p:spPr>
          <a:xfrm>
            <a:off x="7044690" y="2132965"/>
            <a:ext cx="2601595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IdPedido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IdUsuario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Valor double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Data date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IngredienteAdicional char(1)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IdCliente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en-US" sz="1400"/>
          </a:p>
          <a:p>
            <a:endParaRPr lang="pt-BR" altLang="en-US" sz="1400"/>
          </a:p>
        </p:txBody>
      </p:sp>
      <p:sp>
        <p:nvSpPr>
          <p:cNvPr id="6" name="Caixa de Texto 5"/>
          <p:cNvSpPr txBox="1"/>
          <p:nvPr/>
        </p:nvSpPr>
        <p:spPr>
          <a:xfrm>
            <a:off x="2923540" y="4342765"/>
            <a:ext cx="2473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 b="1"/>
              <a:t>Pedido</a:t>
            </a:r>
            <a:r>
              <a:rPr lang="pt-BR" altLang="en-US" b="1"/>
              <a:t>DetalheLanche</a:t>
            </a:r>
            <a:endParaRPr lang="pt-BR" altLang="en-US" b="1"/>
          </a:p>
        </p:txBody>
      </p:sp>
      <p:sp>
        <p:nvSpPr>
          <p:cNvPr id="7" name="Quadro 6"/>
          <p:cNvSpPr/>
          <p:nvPr/>
        </p:nvSpPr>
        <p:spPr>
          <a:xfrm>
            <a:off x="2594610" y="3978275"/>
            <a:ext cx="3489960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2923540" y="4902835"/>
            <a:ext cx="2771140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IdPedidoDetalheLanche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IdPedido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IdLanche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Valor double</a:t>
            </a:r>
            <a:endParaRPr lang="pt-BR" altLang="en-US" sz="1400"/>
          </a:p>
          <a:p>
            <a:pPr indent="0">
              <a:buFont typeface="Arial" panose="020B0604020202020204" pitchFamily="34" charset="0"/>
              <a:buNone/>
            </a:pP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en-US" sz="1400"/>
          </a:p>
          <a:p>
            <a:endParaRPr lang="pt-BR" altLang="en-US" sz="1400"/>
          </a:p>
        </p:txBody>
      </p:sp>
      <p:sp>
        <p:nvSpPr>
          <p:cNvPr id="9" name="Caixa de Texto 8"/>
          <p:cNvSpPr txBox="1"/>
          <p:nvPr/>
        </p:nvSpPr>
        <p:spPr>
          <a:xfrm>
            <a:off x="6533515" y="4342765"/>
            <a:ext cx="2777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pt-BR" b="1"/>
              <a:t>Pedido</a:t>
            </a:r>
            <a:r>
              <a:rPr lang="pt-BR" altLang="en-US" b="1"/>
              <a:t>DetalheIngrediente</a:t>
            </a:r>
            <a:endParaRPr lang="pt-BR" altLang="en-US" b="1"/>
          </a:p>
        </p:txBody>
      </p:sp>
      <p:sp>
        <p:nvSpPr>
          <p:cNvPr id="10" name="Quadro 9"/>
          <p:cNvSpPr/>
          <p:nvPr/>
        </p:nvSpPr>
        <p:spPr>
          <a:xfrm>
            <a:off x="6204585" y="3978275"/>
            <a:ext cx="3667125" cy="2522855"/>
          </a:xfrm>
          <a:prstGeom prst="fram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>
              <a:solidFill>
                <a:schemeClr val="tx1"/>
              </a:solidFill>
            </a:endParaRPr>
          </a:p>
        </p:txBody>
      </p:sp>
      <p:sp>
        <p:nvSpPr>
          <p:cNvPr id="11" name="Caixa de Texto 10"/>
          <p:cNvSpPr txBox="1"/>
          <p:nvPr/>
        </p:nvSpPr>
        <p:spPr>
          <a:xfrm>
            <a:off x="6533515" y="4902835"/>
            <a:ext cx="3062605" cy="1257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IdPedidoDetalheIngrediente int PK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IdPedidoDetalheLanche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IdIngrediente int</a:t>
            </a: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en-US" sz="1400"/>
              <a:t>Valor double</a:t>
            </a:r>
            <a:endParaRPr lang="pt-BR" altLang="en-US" sz="1400"/>
          </a:p>
          <a:p>
            <a:pPr indent="0">
              <a:buFont typeface="Arial" panose="020B0604020202020204" pitchFamily="34" charset="0"/>
              <a:buNone/>
            </a:pPr>
            <a:endParaRPr lang="pt-BR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en-US" sz="1400"/>
          </a:p>
          <a:p>
            <a:endParaRPr lang="pt-BR" altLang="en-US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2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3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4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5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6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7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8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9.xml><?xml version="1.0" encoding="utf-8"?>
<p:tagLst xmlns:p="http://schemas.openxmlformats.org/presentationml/2006/main">
  <p:tag name="KSO_WM_DIAGRAM_VIRTUALLY_FRAME" val="{&quot;height&quot;:412.4,&quot;left&quot;:85.35,&quot;top&quot;:111.15,&quot;width&quot;:508.35}"/>
</p:tagLst>
</file>

<file path=ppt/tags/tag10.xml><?xml version="1.0" encoding="utf-8"?>
<p:tagLst xmlns:p="http://schemas.openxmlformats.org/presentationml/2006/main">
  <p:tag name="KSO_WM_DIAGRAM_VIRTUALLY_FRAME" val="{&quot;height&quot;:210.4,&quot;left&quot;:85.35,&quot;top&quot;:100.65,&quot;width&quot;:691.95}"/>
</p:tagLst>
</file>

<file path=ppt/tags/tag11.xml><?xml version="1.0" encoding="utf-8"?>
<p:tagLst xmlns:p="http://schemas.openxmlformats.org/presentationml/2006/main">
  <p:tag name="KSO_WM_DIAGRAM_VIRTUALLY_FRAME" val="{&quot;height&quot;:210.4,&quot;left&quot;:85.35,&quot;top&quot;:100.65,&quot;width&quot;:691.95}"/>
</p:tagLst>
</file>

<file path=ppt/tags/tag12.xml><?xml version="1.0" encoding="utf-8"?>
<p:tagLst xmlns:p="http://schemas.openxmlformats.org/presentationml/2006/main">
  <p:tag name="KSO_WM_DIAGRAM_VIRTUALLY_FRAME" val="{&quot;height&quot;:210.4,&quot;left&quot;:85.35,&quot;top&quot;:100.65,&quot;width&quot;:691.95}"/>
</p:tagLst>
</file>

<file path=ppt/tags/tag13.xml><?xml version="1.0" encoding="utf-8"?>
<p:tagLst xmlns:p="http://schemas.openxmlformats.org/presentationml/2006/main">
  <p:tag name="KSO_WM_DIAGRAM_VIRTUALLY_FRAME" val="{&quot;height&quot;:210.4,&quot;left&quot;:85.35,&quot;top&quot;:100.65,&quot;width&quot;:691.95}"/>
</p:tagLst>
</file>

<file path=ppt/tags/tag14.xml><?xml version="1.0" encoding="utf-8"?>
<p:tagLst xmlns:p="http://schemas.openxmlformats.org/presentationml/2006/main">
  <p:tag name="KSO_WM_DIAGRAM_VIRTUALLY_FRAME" val="{&quot;height&quot;:210.4,&quot;left&quot;:85.35,&quot;top&quot;:100.65,&quot;width&quot;:691.95}"/>
</p:tagLst>
</file>

<file path=ppt/tags/tag15.xml><?xml version="1.0" encoding="utf-8"?>
<p:tagLst xmlns:p="http://schemas.openxmlformats.org/presentationml/2006/main">
  <p:tag name="KSO_WM_DIAGRAM_VIRTUALLY_FRAME" val="{&quot;height&quot;:210.4,&quot;left&quot;:85.35,&quot;top&quot;:100.65,&quot;width&quot;:691.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WPS Presentation</Application>
  <PresentationFormat>宽屏</PresentationFormat>
  <Paragraphs>93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Lanchonete esquema das interfaces</vt:lpstr>
      <vt:lpstr>Esquema das tabelas de banco de dados</vt:lpstr>
      <vt:lpstr>Lanchonete esquema das tabelas de banco de dados (continuação)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Fabiano Catrinck</cp:lastModifiedBy>
  <cp:revision>13</cp:revision>
  <dcterms:created xsi:type="dcterms:W3CDTF">2025-07-23T00:59:00Z</dcterms:created>
  <dcterms:modified xsi:type="dcterms:W3CDTF">2025-11-30T16:24:21Z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1046-12.2.0.23155</vt:lpwstr>
  </property>
  <property fmtid="{D5CDD505-2E9C-101B-9397-08002B2CF9AE}" pid="3" name="ICV">
    <vt:lpwstr>3E7B4B297179444EA30447DD96143A3A_11</vt:lpwstr>
  </property>
</Properties>
</file>